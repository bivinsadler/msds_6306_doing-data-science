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8"/>
  </p:normalViewPr>
  <p:slideViewPr>
    <p:cSldViewPr snapToGrid="0">
      <p:cViewPr varScale="1">
        <p:scale>
          <a:sx n="103" d="100"/>
          <a:sy n="103" d="100"/>
        </p:scale>
        <p:origin x="1088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AA379-69D7-6BC5-041D-F36AA81675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56131F-19EF-F407-64A4-09FA3FDE59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3853D-2669-CDDB-BF00-4A84D414D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9C8B7-65E7-EB42-9F33-0B1771B39F43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37A33-F228-D8DE-0272-B72727136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9206A-FF94-EA2B-21C4-0AE9771C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0B005-6145-4F4A-89E3-8DC3FF3C0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942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A968F-BBE5-CE07-BB82-611ED8CA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1AE7C-38AD-2034-5C24-1A6FC3628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E7AC6-DBAF-47F9-3599-843EBA5B8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9C8B7-65E7-EB42-9F33-0B1771B39F43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A88F6-CBBD-20C9-30AF-E4E5FDCA8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0AB26-A6F0-6B3D-A046-97DF274D4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0B005-6145-4F4A-89E3-8DC3FF3C0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650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7B946-01AF-2EB8-8913-E4C7C01A1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B2A30-087F-450C-65FE-076C47BCB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8E800-0E35-7D8A-5415-8EECDDD56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9C8B7-65E7-EB42-9F33-0B1771B39F43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538A8-E61D-987A-F68C-983723841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F0AF9-30E2-EF89-3851-5268E7495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0B005-6145-4F4A-89E3-8DC3FF3C0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626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FB1ED-258E-5306-6B03-00397256A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03400-ECE3-7A78-9FDB-319915E3F6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3C1A2A-30EA-7B28-909E-D68D4F423A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84641B-49B0-AECB-D445-7A67553FD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9C8B7-65E7-EB42-9F33-0B1771B39F43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B65BA3-BD10-A63F-BDE0-3D4F6EEF2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C6B7E8-5D45-04FB-E501-4E6EEA82D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0B005-6145-4F4A-89E3-8DC3FF3C0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51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85ECE-81AD-881C-F4D2-E87F3210A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32F6A-39F6-CCF7-FCBD-940A35FB5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6EEF9D-0B9D-ABD4-1CAF-C1CFB27F52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999D05-CFC7-BCAE-0F81-D93458BCE3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013E37-AF48-895F-7FF8-91CE27741D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0BF6B7-2784-5ACC-F7FF-38AD23D7F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9C8B7-65E7-EB42-9F33-0B1771B39F43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5B6191-7E7F-D317-B8D6-0831EC78E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65F0C0-D0A4-9B48-AB53-2E8692631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0B005-6145-4F4A-89E3-8DC3FF3C0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334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12D7-063E-705E-3BCE-16D7E2496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55965A-A401-D78C-B106-ED8315C3A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9C8B7-65E7-EB42-9F33-0B1771B39F43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E89F92-8805-50BA-C740-07E004323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FD57E7-172D-70A0-B0C7-C84A42AD5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0B005-6145-4F4A-89E3-8DC3FF3C0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647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E505C7-4772-3927-EAAA-2DAC99C3D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9C8B7-65E7-EB42-9F33-0B1771B39F43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5AF90D-CAAE-2FF9-9A05-A2F39B9CD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497117-FAF2-CF26-E81F-F7D86D491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0B005-6145-4F4A-89E3-8DC3FF3C0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260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E5FC7-0CCD-36AA-1D09-62D67EA00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76291-763B-2568-E855-818DD3495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F9AF8A-83F6-2159-5C07-44C75FBD20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5AE52-46E7-AB8D-102A-C8B502319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9C8B7-65E7-EB42-9F33-0B1771B39F43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430E52-CEDF-3B7A-079F-8B84A9F76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258B58-B7DF-EB0C-4807-D7BFC43A2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0B005-6145-4F4A-89E3-8DC3FF3C0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975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8B240-5CCD-CFE4-08DF-EB84BB750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1D538-22A8-B28F-845E-05DE705DC3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E84EDF-83A5-3539-CACE-97AA2CB477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30322-C2C8-A8DF-C38B-BC9E7AF10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9C8B7-65E7-EB42-9F33-0B1771B39F43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57B93-BA00-5CBC-BE2B-03C372416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5A41F1-F964-D59D-8C89-E851A0991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0B005-6145-4F4A-89E3-8DC3FF3C0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46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76007-1814-90B1-96A8-BA5AE35DE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E94543-3723-668E-9943-698BD13719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10847-C525-4978-6312-6B7B502A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9C8B7-65E7-EB42-9F33-0B1771B39F43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D4BBE-48B2-5E86-5997-864E14EAD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742BB-26E4-7F02-053F-83FD4BAD2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0B005-6145-4F4A-89E3-8DC3FF3C0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6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A6431D-C94A-018E-D1E9-8FDAF6616F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EB3A68-8321-31D3-8C66-2156720740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E58C7-6D03-E378-88DC-235BC3294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9C8B7-65E7-EB42-9F33-0B1771B39F43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01E42-6E0E-112A-F97B-7539B1305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2ECE4-FAEF-C9C4-2AEA-347E7385B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0B005-6145-4F4A-89E3-8DC3FF3C0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815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AE0C8B-51A1-589F-ED08-583EB315B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D9EDA-B07C-8CD4-30A8-901EE387A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E2041-931A-2255-4CD3-717914FEC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69C8B7-65E7-EB42-9F33-0B1771B39F43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860E7-1A5E-F722-CF7D-0BD95D0207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3D209-2024-E5B4-C2DF-973F7B63E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A0B005-6145-4F4A-89E3-8DC3FF3C06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666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11FAD-75EB-5707-58E4-1B718D3B35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DDS 6306 FLS 13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D58C51-CD90-5053-6FE7-77E9D291B5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Jekyll GitHub Pages</a:t>
            </a:r>
          </a:p>
        </p:txBody>
      </p:sp>
    </p:spTree>
    <p:extLst>
      <p:ext uri="{BB962C8B-B14F-4D97-AF65-F5344CB8AC3E}">
        <p14:creationId xmlns:p14="http://schemas.microsoft.com/office/powerpoint/2010/main" val="2813359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6F062-7D88-610C-D652-802D733C1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Live Session!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999F3-DAA6-9C07-CC55-5071405FE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your own Jekyll based GitHub page</a:t>
            </a:r>
          </a:p>
          <a:p>
            <a:pPr lvl="1"/>
            <a:r>
              <a:rPr lang="en-US" dirty="0"/>
              <a:t>Choose your own template but I recommend </a:t>
            </a:r>
            <a:r>
              <a:rPr lang="en-US" dirty="0" err="1"/>
              <a:t>AlFolio</a:t>
            </a:r>
            <a:r>
              <a:rPr lang="en-US" dirty="0"/>
              <a:t> like we looked at in class.</a:t>
            </a:r>
          </a:p>
          <a:p>
            <a:pPr lvl="1"/>
            <a:r>
              <a:rPr lang="en-US" dirty="0"/>
              <a:t>Customize the about page to reflect your name, picture and other relevant biographic and professional information that you would like to reflect.  </a:t>
            </a:r>
          </a:p>
          <a:p>
            <a:pPr lvl="1"/>
            <a:r>
              <a:rPr lang="en-US" dirty="0"/>
              <a:t>Customize the project tab to include your attrition project. Include at least your knit </a:t>
            </a:r>
            <a:r>
              <a:rPr lang="en-US" dirty="0" err="1"/>
              <a:t>rmd</a:t>
            </a:r>
            <a:r>
              <a:rPr lang="en-US" dirty="0"/>
              <a:t> that shows your text and results ( you may include your code as well if you like.) </a:t>
            </a:r>
          </a:p>
          <a:p>
            <a:pPr lvl="1"/>
            <a:r>
              <a:rPr lang="en-US" dirty="0"/>
              <a:t>You can add any additional information you like … it is your page!  </a:t>
            </a:r>
          </a:p>
          <a:p>
            <a:pPr lvl="1"/>
            <a:r>
              <a:rPr lang="en-US" dirty="0"/>
              <a:t>Make sure and check out the async video to help with the above! </a:t>
            </a:r>
          </a:p>
          <a:p>
            <a:pPr lvl="1"/>
            <a:r>
              <a:rPr lang="en-US" dirty="0"/>
              <a:t>That’s the focus of this week!  Have a blast! </a:t>
            </a:r>
            <a:r>
              <a:rPr lang="en-US" dirty="0">
                <a:sym typeface="Wingdings" pitchFamily="2" charset="2"/>
              </a:rPr>
              <a:t>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242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131</Words>
  <Application>Microsoft Macintosh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Wingdings</vt:lpstr>
      <vt:lpstr>Office Theme</vt:lpstr>
      <vt:lpstr>DDS 6306 FLS 13</vt:lpstr>
      <vt:lpstr>For Live Session!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Bivin Sadler</dc:creator>
  <cp:lastModifiedBy>Bivin Sadler</cp:lastModifiedBy>
  <cp:revision>1</cp:revision>
  <dcterms:created xsi:type="dcterms:W3CDTF">2025-11-13T21:00:52Z</dcterms:created>
  <dcterms:modified xsi:type="dcterms:W3CDTF">2025-11-13T21:06:52Z</dcterms:modified>
</cp:coreProperties>
</file>