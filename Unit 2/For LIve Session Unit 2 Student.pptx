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62"/>
  </p:normalViewPr>
  <p:slideViewPr>
    <p:cSldViewPr snapToGrid="0" snapToObjects="1">
      <p:cViewPr>
        <p:scale>
          <a:sx n="153" d="100"/>
          <a:sy n="153" d="100"/>
        </p:scale>
        <p:origin x="632" y="-10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4044577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9374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223589-D1FE-5045-809F-56B69D3AD8BF}"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40838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223589-D1FE-5045-809F-56B69D3AD8BF}"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181320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223589-D1FE-5045-809F-56B69D3AD8BF}" type="datetimeFigureOut">
              <a:rPr lang="en-US" smtClean="0"/>
              <a:t>8/24/26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3771931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223589-D1FE-5045-809F-56B69D3AD8BF}" type="datetimeFigureOut">
              <a:rPr lang="en-US" smtClean="0"/>
              <a:t>8/24/26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645682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23589-D1FE-5045-809F-56B69D3AD8BF}" type="datetimeFigureOut">
              <a:rPr lang="en-US" smtClean="0"/>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333888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E223589-D1FE-5045-809F-56B69D3AD8BF}"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245161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E223589-D1FE-5045-809F-56B69D3AD8BF}"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621253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4205208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223589-D1FE-5045-809F-56B69D3AD8BF}"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26F504-64E0-8F44-9A26-DEA4139BCF66}" type="slidenum">
              <a:rPr lang="en-US" smtClean="0"/>
              <a:t>‹#›</a:t>
            </a:fld>
            <a:endParaRPr lang="en-US"/>
          </a:p>
        </p:txBody>
      </p:sp>
    </p:spTree>
    <p:extLst>
      <p:ext uri="{BB962C8B-B14F-4D97-AF65-F5344CB8AC3E}">
        <p14:creationId xmlns:p14="http://schemas.microsoft.com/office/powerpoint/2010/main" val="1763439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223589-D1FE-5045-809F-56B69D3AD8BF}" type="datetimeFigureOut">
              <a:rPr lang="en-US" smtClean="0"/>
              <a:t>8/24/26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6F504-64E0-8F44-9A26-DEA4139BCF66}" type="slidenum">
              <a:rPr lang="en-US" smtClean="0"/>
              <a:t>‹#›</a:t>
            </a:fld>
            <a:endParaRPr lang="en-US"/>
          </a:p>
        </p:txBody>
      </p:sp>
    </p:spTree>
    <p:extLst>
      <p:ext uri="{BB962C8B-B14F-4D97-AF65-F5344CB8AC3E}">
        <p14:creationId xmlns:p14="http://schemas.microsoft.com/office/powerpoint/2010/main" val="613399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r-statistics.co/Top50-Ggplot2-Visualizations-MasterList-R-Code.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CDAD-E777-F141-9F40-73DFB707573A}"/>
              </a:ext>
            </a:extLst>
          </p:cNvPr>
          <p:cNvSpPr>
            <a:spLocks noGrp="1"/>
          </p:cNvSpPr>
          <p:nvPr>
            <p:ph type="ctrTitle"/>
          </p:nvPr>
        </p:nvSpPr>
        <p:spPr>
          <a:xfrm>
            <a:off x="195146" y="2235200"/>
            <a:ext cx="8753707" cy="2387600"/>
          </a:xfrm>
        </p:spPr>
        <p:txBody>
          <a:bodyPr>
            <a:normAutofit/>
          </a:bodyPr>
          <a:lstStyle/>
          <a:p>
            <a:r>
              <a:rPr lang="en-US" dirty="0"/>
              <a:t>Unit 2: </a:t>
            </a:r>
            <a:br>
              <a:rPr lang="en-US" dirty="0"/>
            </a:br>
            <a:r>
              <a:rPr lang="en-US" dirty="0"/>
              <a:t>For Live Session Assignment</a:t>
            </a:r>
          </a:p>
        </p:txBody>
      </p:sp>
    </p:spTree>
    <p:extLst>
      <p:ext uri="{BB962C8B-B14F-4D97-AF65-F5344CB8AC3E}">
        <p14:creationId xmlns:p14="http://schemas.microsoft.com/office/powerpoint/2010/main" val="397134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BFDD-09B3-D14C-9BEE-C273B96DB69B}"/>
              </a:ext>
            </a:extLst>
          </p:cNvPr>
          <p:cNvSpPr>
            <a:spLocks noGrp="1"/>
          </p:cNvSpPr>
          <p:nvPr>
            <p:ph type="title"/>
          </p:nvPr>
        </p:nvSpPr>
        <p:spPr>
          <a:xfrm>
            <a:off x="0" y="309371"/>
            <a:ext cx="9144000" cy="772298"/>
          </a:xfrm>
        </p:spPr>
        <p:txBody>
          <a:bodyPr>
            <a:noAutofit/>
          </a:bodyPr>
          <a:lstStyle/>
          <a:p>
            <a:r>
              <a:rPr lang="en-US" sz="3200" dirty="0"/>
              <a:t>Put each on its own slide(s) and include your code! </a:t>
            </a:r>
          </a:p>
        </p:txBody>
      </p:sp>
      <p:sp>
        <p:nvSpPr>
          <p:cNvPr id="3" name="Content Placeholder 2">
            <a:extLst>
              <a:ext uri="{FF2B5EF4-FFF2-40B4-BE49-F238E27FC236}">
                <a16:creationId xmlns:a16="http://schemas.microsoft.com/office/drawing/2014/main" id="{933FFBDD-970F-B643-AD28-B53B5F91A839}"/>
              </a:ext>
            </a:extLst>
          </p:cNvPr>
          <p:cNvSpPr>
            <a:spLocks noGrp="1"/>
          </p:cNvSpPr>
          <p:nvPr>
            <p:ph idx="1"/>
          </p:nvPr>
        </p:nvSpPr>
        <p:spPr>
          <a:xfrm>
            <a:off x="256478" y="1326996"/>
            <a:ext cx="8631044" cy="5430644"/>
          </a:xfrm>
        </p:spPr>
        <p:txBody>
          <a:bodyPr>
            <a:normAutofit fontScale="47500" lnSpcReduction="20000"/>
          </a:bodyPr>
          <a:lstStyle/>
          <a:p>
            <a:pPr marL="0" indent="0">
              <a:buNone/>
            </a:pPr>
            <a:r>
              <a:rPr lang="en-US" sz="3400" dirty="0"/>
              <a:t>Download into R Studio the </a:t>
            </a:r>
            <a:r>
              <a:rPr lang="en-US" sz="3400" dirty="0" err="1"/>
              <a:t>PlayerBBall.csv</a:t>
            </a:r>
            <a:r>
              <a:rPr lang="en-US" sz="3400" dirty="0"/>
              <a:t> dataset. This data set is every NBA basketball player from 1950 to present.  It contains their height, weight, position and the year they played (among other data.) (Position: F-Forward, C-Centers, F-C and C-F – Forward /Centers, G – Guards, F-G – Forward/Guards)  FYI: If you feel that these questions are open ended or at least a little vague, this is on purpose.  Answer the question as you understand it and make any assumptions you need to make to answer the question. Also make sure to record those assumptions. (3-5 hours)</a:t>
            </a:r>
          </a:p>
          <a:p>
            <a:r>
              <a:rPr lang="en-US" dirty="0"/>
              <a:t>Use the </a:t>
            </a:r>
            <a:r>
              <a:rPr lang="en-US" dirty="0" err="1"/>
              <a:t>PlayerBBall.csv</a:t>
            </a:r>
            <a:r>
              <a:rPr lang="en-US" dirty="0"/>
              <a:t> dataset to visually represent (summarize) the number of players in each position. </a:t>
            </a:r>
          </a:p>
          <a:p>
            <a:r>
              <a:rPr lang="en-US" dirty="0"/>
              <a:t>Use the dataset to visually investigate the distribution of the weight of centers (C) is greater than the distribution of the weight of forwards (F).  </a:t>
            </a:r>
          </a:p>
          <a:p>
            <a:r>
              <a:rPr lang="en-US" dirty="0"/>
              <a:t>Use the dataset to visually investigate if the distribution of the height of centers (C) is greater than the distribution of the height of forwards (F).</a:t>
            </a:r>
          </a:p>
          <a:p>
            <a:r>
              <a:rPr lang="en-US" dirty="0"/>
              <a:t>Use the dataset to visually investigate if the distribution of height is different between </a:t>
            </a:r>
            <a:r>
              <a:rPr lang="en-US" i="1" dirty="0"/>
              <a:t>any </a:t>
            </a:r>
            <a:r>
              <a:rPr lang="en-US" dirty="0"/>
              <a:t>of the positions.  </a:t>
            </a:r>
          </a:p>
          <a:p>
            <a:r>
              <a:rPr lang="en-US" dirty="0"/>
              <a:t>Use the dataset to investigate how the player’s height is related to the player’s weight. How does height change as the weight changes?  </a:t>
            </a:r>
          </a:p>
          <a:p>
            <a:r>
              <a:rPr lang="en-US" dirty="0"/>
              <a:t>Is their any difference in the relationship between height and weight between positions?  Are height and weight related differently for different positions.</a:t>
            </a:r>
          </a:p>
          <a:p>
            <a:r>
              <a:rPr lang="en-US" dirty="0"/>
              <a:t>A historian would like to investigate the claim that the heights of players have increased over the years.  Analyze this claim graphically / visually. </a:t>
            </a:r>
          </a:p>
          <a:p>
            <a:r>
              <a:rPr lang="en-US" dirty="0"/>
              <a:t>Create a 3D plot of height vs. weight vs. year and color code the points by position.  </a:t>
            </a:r>
          </a:p>
          <a:p>
            <a:r>
              <a:rPr lang="en-US" dirty="0"/>
              <a:t>Go to this website and use one of the 50 best plots to visualize some aspect of the data and provide at least one insight.  You will present your work in breakout! </a:t>
            </a:r>
            <a:r>
              <a:rPr lang="en-US" dirty="0">
                <a:hlinkClick r:id="rId2"/>
              </a:rPr>
              <a:t>http://r-statistics.co/Top50-Ggplot2-Visualizations-MasterList-R-Code.html</a:t>
            </a:r>
            <a:endParaRPr lang="en-US" dirty="0"/>
          </a:p>
          <a:p>
            <a:pPr marL="0" indent="0">
              <a:buNone/>
            </a:pPr>
            <a:r>
              <a:rPr lang="en-US" sz="3400" dirty="0"/>
              <a:t>Separate dataset:  The </a:t>
            </a:r>
            <a:r>
              <a:rPr lang="en-US" sz="3400" dirty="0" err="1"/>
              <a:t>EducationIncome.csv</a:t>
            </a:r>
            <a:r>
              <a:rPr lang="en-US" sz="3400" dirty="0"/>
              <a:t> dataset has incomes of randomly selected Americans and their level of education.  (1-2 hours)</a:t>
            </a:r>
          </a:p>
          <a:p>
            <a:r>
              <a:rPr lang="en-US" dirty="0"/>
              <a:t>Visually test the claim that the distribution of incomes increase (mean or median) as the education level rises. </a:t>
            </a:r>
          </a:p>
        </p:txBody>
      </p:sp>
    </p:spTree>
    <p:extLst>
      <p:ext uri="{BB962C8B-B14F-4D97-AF65-F5344CB8AC3E}">
        <p14:creationId xmlns:p14="http://schemas.microsoft.com/office/powerpoint/2010/main" val="3203532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CC70630-3D1B-AD43-BF52-A52FEC05F3E0}"/>
                  </a:ext>
                </a:extLst>
              </p:cNvPr>
              <p:cNvSpPr>
                <a:spLocks noGrp="1"/>
              </p:cNvSpPr>
              <p:nvPr>
                <p:ph type="title"/>
              </p:nvPr>
            </p:nvSpPr>
            <p:spPr>
              <a:xfrm>
                <a:off x="695558" y="2439253"/>
                <a:ext cx="7886700" cy="1325563"/>
              </a:xfrm>
            </p:spPr>
            <p:txBody>
              <a:bodyPr>
                <a:normAutofit fontScale="90000"/>
              </a:bodyPr>
              <a:lstStyle/>
              <a:p>
                <a:pPr algn="ctr"/>
                <a:r>
                  <a:rPr lang="en-US" dirty="0"/>
                  <a:t>Finally, Don’t Forget Your </a:t>
                </a:r>
                <a:br>
                  <a:rPr lang="en-US" dirty="0"/>
                </a:br>
                <a:r>
                  <a:rPr lang="en-US" dirty="0"/>
                  <a:t>Takeaways and Questions!</a:t>
                </a:r>
                <a:br>
                  <a:rPr lang="en-US" dirty="0"/>
                </a:br>
                <a:r>
                  <a:rPr lang="en-US" dirty="0"/>
                  <a:t>(</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1 hour)</a:t>
                </a:r>
              </a:p>
            </p:txBody>
          </p:sp>
        </mc:Choice>
        <mc:Fallback xmlns="">
          <p:sp>
            <p:nvSpPr>
              <p:cNvPr id="2" name="Title 1">
                <a:extLst>
                  <a:ext uri="{FF2B5EF4-FFF2-40B4-BE49-F238E27FC236}">
                    <a16:creationId xmlns:a16="http://schemas.microsoft.com/office/drawing/2014/main" id="{DCC70630-3D1B-AD43-BF52-A52FEC05F3E0}"/>
                  </a:ext>
                </a:extLst>
              </p:cNvPr>
              <p:cNvSpPr>
                <a:spLocks noGrp="1" noRot="1" noChangeAspect="1" noMove="1" noResize="1" noEditPoints="1" noAdjustHandles="1" noChangeArrowheads="1" noChangeShapeType="1" noTextEdit="1"/>
              </p:cNvSpPr>
              <p:nvPr>
                <p:ph type="title"/>
              </p:nvPr>
            </p:nvSpPr>
            <p:spPr>
              <a:xfrm>
                <a:off x="695558" y="2439253"/>
                <a:ext cx="7886700" cy="1325563"/>
              </a:xfrm>
              <a:blipFill>
                <a:blip r:embed="rId2"/>
                <a:stretch>
                  <a:fillRect t="-27885" b="-35577"/>
                </a:stretch>
              </a:blipFill>
            </p:spPr>
            <p:txBody>
              <a:bodyPr/>
              <a:lstStyle/>
              <a:p>
                <a:r>
                  <a:rPr lang="en-US">
                    <a:noFill/>
                  </a:rPr>
                  <a:t> </a:t>
                </a:r>
              </a:p>
            </p:txBody>
          </p:sp>
        </mc:Fallback>
      </mc:AlternateContent>
    </p:spTree>
    <p:extLst>
      <p:ext uri="{BB962C8B-B14F-4D97-AF65-F5344CB8AC3E}">
        <p14:creationId xmlns:p14="http://schemas.microsoft.com/office/powerpoint/2010/main" val="865499618"/>
      </p:ext>
    </p:extLst>
  </p:cSld>
  <p:clrMapOvr>
    <a:masterClrMapping/>
  </p:clrMapOvr>
</p:sld>
</file>

<file path=ppt/theme/theme1.xml><?xml version="1.0" encoding="utf-8"?>
<a:theme xmlns:a="http://schemas.openxmlformats.org/drawingml/2006/main" name="2U">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U" id="{366B8B3C-2D30-EF4C-945A-9C2F0CDF465A}" vid="{BACFCB83-49E5-4846-9BF9-7818E6FE7F3D}"/>
    </a:ext>
  </a:extLst>
</a:theme>
</file>

<file path=docProps/app.xml><?xml version="1.0" encoding="utf-8"?>
<Properties xmlns="http://schemas.openxmlformats.org/officeDocument/2006/extended-properties" xmlns:vt="http://schemas.openxmlformats.org/officeDocument/2006/docPropsVTypes">
  <Template>2U</Template>
  <TotalTime>440</TotalTime>
  <Words>440</Words>
  <Application>Microsoft Macintosh PowerPoint</Application>
  <PresentationFormat>On-screen Show (4:3)</PresentationFormat>
  <Paragraphs>15</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Cambria Math</vt:lpstr>
      <vt:lpstr>2U</vt:lpstr>
      <vt:lpstr>Unit 2:  For Live Session Assignment</vt:lpstr>
      <vt:lpstr>Put each on its own slide(s) and include your code! </vt:lpstr>
      <vt:lpstr>Finally, Don’t Forget Your  Takeaways and Questions! (≤ 1 hour)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For Live Session Assignment</dc:title>
  <dc:creator>Microsoft Office User</dc:creator>
  <cp:lastModifiedBy>Sadler, Bivin Philip</cp:lastModifiedBy>
  <cp:revision>11</cp:revision>
  <dcterms:created xsi:type="dcterms:W3CDTF">2019-08-28T21:35:04Z</dcterms:created>
  <dcterms:modified xsi:type="dcterms:W3CDTF">2026-08-24T12:34:16Z</dcterms:modified>
</cp:coreProperties>
</file>