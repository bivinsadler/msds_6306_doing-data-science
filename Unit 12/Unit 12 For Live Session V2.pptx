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580" r:id="rId2"/>
    <p:sldId id="602" r:id="rId3"/>
    <p:sldId id="605" r:id="rId4"/>
    <p:sldId id="526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90"/>
    <p:restoredTop sz="94626"/>
  </p:normalViewPr>
  <p:slideViewPr>
    <p:cSldViewPr snapToGrid="0" snapToObjects="1">
      <p:cViewPr varScale="1">
        <p:scale>
          <a:sx n="124" d="100"/>
          <a:sy n="124" d="100"/>
        </p:scale>
        <p:origin x="1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828800"/>
            <a:ext cx="7772400" cy="900546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85800" y="2819400"/>
            <a:ext cx="7772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28956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2" descr="C:\Users\njones\Dropbox (2U)\Work\Designing Slides\SMU\Design Brief\logo\logo_datasci_SMU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400800"/>
            <a:ext cx="1761005" cy="15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85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93970"/>
            <a:ext cx="82296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807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722313" y="4406900"/>
            <a:ext cx="77724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85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293970"/>
            <a:ext cx="82296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98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4040188" cy="9064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90800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417638"/>
            <a:ext cx="4041775" cy="9064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6981" y="2590800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293970"/>
            <a:ext cx="82296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27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03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 Horizontal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457200" y="1293970"/>
            <a:ext cx="82296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82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njones\Dropbox (2U)\Work\Designing Slides\SMU\Design Brief\logo\logo_datasci_SMU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400800"/>
            <a:ext cx="1761005" cy="15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6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njones\Dropbox (2U)\Work\Designing Slides\SMU\Design Brief\logo\logo_datasci_SMU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6400800"/>
            <a:ext cx="1761005" cy="15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77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njones\Dropbox (2U)\Work\Designing Slides\SMU\Design Brief\logo\logo_datasci_SMU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78677"/>
            <a:ext cx="6503987" cy="57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70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6779932"/>
            <a:ext cx="9144000" cy="91440"/>
          </a:xfrm>
          <a:prstGeom prst="rect">
            <a:avLst/>
          </a:prstGeom>
          <a:solidFill>
            <a:srgbClr val="354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54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5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6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Font typeface="Arial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P89Ru3LqpBf_D8Uoe8LbAmV3-sza-4xjJR2r4ayyqko/edit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49E1-0182-6342-BE54-103E4D478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8458200" cy="900546"/>
          </a:xfrm>
        </p:spPr>
        <p:txBody>
          <a:bodyPr/>
          <a:lstStyle/>
          <a:p>
            <a:r>
              <a:rPr lang="en-US" dirty="0"/>
              <a:t>For Live Session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1000" y="2895600"/>
            <a:ext cx="8534400" cy="1752600"/>
          </a:xfrm>
        </p:spPr>
        <p:txBody>
          <a:bodyPr/>
          <a:lstStyle/>
          <a:p>
            <a:r>
              <a:rPr lang="en-IN" dirty="0"/>
              <a:t>Unit 12</a:t>
            </a:r>
          </a:p>
        </p:txBody>
      </p:sp>
    </p:spTree>
    <p:extLst>
      <p:ext uri="{BB962C8B-B14F-4D97-AF65-F5344CB8AC3E}">
        <p14:creationId xmlns:p14="http://schemas.microsoft.com/office/powerpoint/2010/main" val="216783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8864"/>
            <a:ext cx="9144000" cy="932736"/>
          </a:xfrm>
        </p:spPr>
        <p:txBody>
          <a:bodyPr/>
          <a:lstStyle/>
          <a:p>
            <a:r>
              <a:rPr lang="en-US" sz="2600" b="1" dirty="0"/>
              <a:t>Activity One: Create an </a:t>
            </a:r>
            <a:r>
              <a:rPr lang="en-US" sz="2600" b="1" dirty="0" err="1"/>
              <a:t>Rshiny</a:t>
            </a:r>
            <a:r>
              <a:rPr lang="en-US" sz="2600" b="1" dirty="0"/>
              <a:t> App </a:t>
            </a:r>
            <a:r>
              <a:rPr lang="en-US" sz="2600" b="1" dirty="0">
                <a:sym typeface="Wingdings" pitchFamily="2" charset="2"/>
              </a:rPr>
              <a:t>(2-4 hours)</a:t>
            </a:r>
            <a:endParaRPr lang="en-US" sz="2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17010-AEA4-0E47-B724-E642230CABEA}"/>
              </a:ext>
            </a:extLst>
          </p:cNvPr>
          <p:cNvSpPr txBox="1"/>
          <p:nvPr/>
        </p:nvSpPr>
        <p:spPr>
          <a:xfrm>
            <a:off x="1" y="1824096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Create a </a:t>
            </a:r>
            <a:r>
              <a:rPr lang="en-US" dirty="0" err="1"/>
              <a:t>Rshiny</a:t>
            </a:r>
            <a:r>
              <a:rPr lang="en-US" dirty="0"/>
              <a:t> app that will do the following</a:t>
            </a:r>
          </a:p>
          <a:p>
            <a:pPr marL="800100" lvl="1" indent="-342900">
              <a:buAutoNum type="arabicPeriod"/>
            </a:pPr>
            <a:r>
              <a:rPr lang="en-US" dirty="0"/>
              <a:t>Let the user read in the data (the Attrition Data from Project 1).</a:t>
            </a:r>
          </a:p>
          <a:p>
            <a:pPr marL="800100" lvl="1" indent="-342900">
              <a:buAutoNum type="arabicPeriod"/>
            </a:pPr>
            <a:r>
              <a:rPr lang="en-US" dirty="0"/>
              <a:t>Let the user make a histogram of the monthly income</a:t>
            </a:r>
          </a:p>
          <a:p>
            <a:pPr marL="800100" lvl="1" indent="-342900">
              <a:buAutoNum type="arabicPeriod"/>
            </a:pPr>
            <a:r>
              <a:rPr lang="en-US" dirty="0"/>
              <a:t>Let the user switch back and forth between histograms and boxplots to represent this information.  You could do this with a radio button that switches the plot from histogram to boxplot … the implementation however is up to you. </a:t>
            </a:r>
          </a:p>
          <a:p>
            <a:pPr marL="800100" lvl="1" indent="-342900">
              <a:buAutoNum type="arabicPeriod"/>
            </a:pPr>
            <a:r>
              <a:rPr lang="en-US" dirty="0"/>
              <a:t>Allow the user to filter the histograms / boxplots above by job type. </a:t>
            </a:r>
          </a:p>
          <a:p>
            <a:pPr marL="800100" lvl="1" indent="-342900">
              <a:buFontTx/>
              <a:buAutoNum type="arabicPeriod"/>
            </a:pPr>
            <a:r>
              <a:rPr lang="en-US" dirty="0"/>
              <a:t>Let the user make a bar plot of the attrition levels. </a:t>
            </a:r>
          </a:p>
          <a:p>
            <a:pPr marL="800100" lvl="1" indent="-342900">
              <a:buAutoNum type="arabicPeriod"/>
            </a:pPr>
            <a:r>
              <a:rPr lang="en-US" dirty="0"/>
              <a:t>Add a scatter plot of monthly income versus job type.</a:t>
            </a:r>
          </a:p>
          <a:p>
            <a:pPr marL="800100" lvl="1" indent="-342900">
              <a:buAutoNum type="arabicPeriod"/>
            </a:pPr>
            <a:r>
              <a:rPr lang="en-US" dirty="0"/>
              <a:t>Add the ability to add or take off the simple linear regression line. </a:t>
            </a:r>
          </a:p>
          <a:p>
            <a:pPr marL="800100" lvl="1" indent="-342900">
              <a:buAutoNum type="arabicPeriod"/>
            </a:pPr>
            <a:r>
              <a:rPr lang="en-US" dirty="0"/>
              <a:t>Allow the user to filter the data on the scatter plot by job type.</a:t>
            </a:r>
          </a:p>
          <a:p>
            <a:pPr marL="800100" lvl="1" indent="-342900">
              <a:buAutoNum type="arabicPeriod"/>
            </a:pPr>
            <a:r>
              <a:rPr lang="en-US" dirty="0"/>
              <a:t>Add at least one additional plot from your analysis and make sure to clearly label and/or describe the information it is conveying.  </a:t>
            </a:r>
          </a:p>
          <a:p>
            <a:pPr marL="800100" lvl="1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Publish your app to </a:t>
            </a:r>
            <a:r>
              <a:rPr lang="en-US" dirty="0" err="1"/>
              <a:t>ShinyApps.io</a:t>
            </a:r>
            <a:endParaRPr lang="en-US" dirty="0"/>
          </a:p>
          <a:p>
            <a:pPr marL="800100" lvl="1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2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F4D7-A0B5-4D4F-9C37-008F675E9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1312"/>
            <a:ext cx="9144000" cy="932736"/>
          </a:xfrm>
        </p:spPr>
        <p:txBody>
          <a:bodyPr/>
          <a:lstStyle/>
          <a:p>
            <a:r>
              <a:rPr lang="en-US" sz="2600" b="1" dirty="0"/>
              <a:t>Activity Two: Create an </a:t>
            </a:r>
            <a:r>
              <a:rPr lang="en-US" sz="2600" b="1" dirty="0" err="1"/>
              <a:t>Rshiny</a:t>
            </a:r>
            <a:r>
              <a:rPr lang="en-US" sz="2600" b="1" dirty="0"/>
              <a:t> App </a:t>
            </a:r>
            <a:br>
              <a:rPr lang="en-US" sz="2600" b="1" dirty="0"/>
            </a:br>
            <a:r>
              <a:rPr lang="en-US" sz="2600" b="1" dirty="0">
                <a:sym typeface="Wingdings" pitchFamily="2" charset="2"/>
              </a:rPr>
              <a:t>(As long as you want!)</a:t>
            </a:r>
            <a:endParaRPr lang="en-US" sz="2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17010-AEA4-0E47-B724-E642230CABEA}"/>
              </a:ext>
            </a:extLst>
          </p:cNvPr>
          <p:cNvSpPr txBox="1"/>
          <p:nvPr/>
        </p:nvSpPr>
        <p:spPr>
          <a:xfrm>
            <a:off x="1001731" y="2505670"/>
            <a:ext cx="7140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Publish your App to </a:t>
            </a:r>
            <a:r>
              <a:rPr lang="en-US" dirty="0" err="1"/>
              <a:t>ShinyApps.io</a:t>
            </a:r>
            <a:r>
              <a:rPr lang="en-US" dirty="0"/>
              <a:t> and add it to this Google Doc!</a:t>
            </a:r>
          </a:p>
          <a:p>
            <a:pPr lvl="1"/>
            <a:r>
              <a:rPr lang="en-US" dirty="0">
                <a:hlinkClick r:id="rId2"/>
              </a:rPr>
              <a:t>https://docs.google.com/document/d/1P89Ru3LqpBf_D8Uoe8LbAmV3-sza-4xjJR2r4ayyqko/edit?usp=sharing</a:t>
            </a:r>
            <a:endParaRPr lang="en-US" dirty="0"/>
          </a:p>
          <a:p>
            <a:pPr lvl="1"/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Have Fun!!! Go Check out your classmate's work!</a:t>
            </a:r>
          </a:p>
          <a:p>
            <a:pPr marL="800100" lvl="1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298325"/>
      </p:ext>
    </p:extLst>
  </p:cSld>
  <p:clrMapOvr>
    <a:masterClrMapping/>
  </p:clrMapOvr>
</p:sld>
</file>

<file path=ppt/theme/theme1.xml><?xml version="1.0" encoding="utf-8"?>
<a:theme xmlns:a="http://schemas.openxmlformats.org/drawingml/2006/main" name="1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2U</Template>
  <TotalTime>2839</TotalTime>
  <Words>250</Words>
  <Application>Microsoft Macintosh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Wingdings</vt:lpstr>
      <vt:lpstr>1_Body Slides</vt:lpstr>
      <vt:lpstr>For Live Session</vt:lpstr>
      <vt:lpstr>Activity One: Create an Rshiny App (2-4 hours)</vt:lpstr>
      <vt:lpstr>Activity Two: Create an Rshiny App  (As long as you want!)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 Live Session</dc:title>
  <dc:creator>Microsoft Office User</dc:creator>
  <cp:lastModifiedBy>Bivin Sadler</cp:lastModifiedBy>
  <cp:revision>32</cp:revision>
  <dcterms:created xsi:type="dcterms:W3CDTF">2019-09-23T08:00:29Z</dcterms:created>
  <dcterms:modified xsi:type="dcterms:W3CDTF">2025-11-07T21:13:24Z</dcterms:modified>
</cp:coreProperties>
</file>